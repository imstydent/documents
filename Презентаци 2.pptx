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57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9524-DB4C-487D-8D4D-DE65BDE5D72F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E5472-0D1F-4BC2-9E91-AFB3EE166C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9494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9524-DB4C-487D-8D4D-DE65BDE5D72F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E5472-0D1F-4BC2-9E91-AFB3EE166C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6153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9524-DB4C-487D-8D4D-DE65BDE5D72F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E5472-0D1F-4BC2-9E91-AFB3EE166C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2662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9524-DB4C-487D-8D4D-DE65BDE5D72F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E5472-0D1F-4BC2-9E91-AFB3EE166C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9776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9524-DB4C-487D-8D4D-DE65BDE5D72F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E5472-0D1F-4BC2-9E91-AFB3EE166C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5707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9524-DB4C-487D-8D4D-DE65BDE5D72F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E5472-0D1F-4BC2-9E91-AFB3EE166C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903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9524-DB4C-487D-8D4D-DE65BDE5D72F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E5472-0D1F-4BC2-9E91-AFB3EE166C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2169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9524-DB4C-487D-8D4D-DE65BDE5D72F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E5472-0D1F-4BC2-9E91-AFB3EE166C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0169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9524-DB4C-487D-8D4D-DE65BDE5D72F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E5472-0D1F-4BC2-9E91-AFB3EE166C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5108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9524-DB4C-487D-8D4D-DE65BDE5D72F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E5472-0D1F-4BC2-9E91-AFB3EE166C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6838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19524-DB4C-487D-8D4D-DE65BDE5D72F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E5472-0D1F-4BC2-9E91-AFB3EE166C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5031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A19524-DB4C-487D-8D4D-DE65BDE5D72F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6E5472-0D1F-4BC2-9E91-AFB3EE166C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0330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448408"/>
            <a:ext cx="9144000" cy="3061555"/>
          </a:xfrm>
        </p:spPr>
        <p:txBody>
          <a:bodyPr>
            <a:normAutofit/>
          </a:bodyPr>
          <a:lstStyle/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ВЫСШЕГО ОБРАЗОВАНИЯ «САНКТ-ПЕТЕРБУРГСКИЙ ГОСУДАРСТВЕННЫЙ УНИВЕРСИТЕТ ТЕЛЕКОММУНИКАЦИЙ ИМ. ПРОФ. М.А. БОНЧ-БРУЕВИЧА» (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СПбГУТ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АРХАНГЕЛЬСКИЙ КОЛЛЕДЖ ТЕЛЕКОММУНИКАЦИЙ ИМ. Б.Л. РОЗИНГА (ФИЛИАЛ)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СПбГУТ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(АКТ (ф)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СПбГУТ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Разработка подсистемы «</a:t>
            </a:r>
            <a:r>
              <a:rPr lang="ru-RU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Белозорие</a:t>
            </a:r>
            <a:r>
              <a:rPr lang="ru-RU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Расписание сотрудников склада»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0337" y="3602037"/>
            <a:ext cx="12019085" cy="3009777"/>
          </a:xfrm>
        </p:spPr>
        <p:txBody>
          <a:bodyPr>
            <a:normAutofit/>
          </a:bodyPr>
          <a:lstStyle/>
          <a:p>
            <a:pPr algn="l"/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группы ИСПП-21: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Мошников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Артём Вячеславович</a:t>
            </a:r>
          </a:p>
          <a:p>
            <a:pPr algn="l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Маломан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Юлия Сергеевна</a:t>
            </a:r>
          </a:p>
          <a:p>
            <a:pPr algn="l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Архангельск 2025</a:t>
            </a:r>
          </a:p>
        </p:txBody>
      </p:sp>
    </p:spTree>
    <p:extLst>
      <p:ext uri="{BB962C8B-B14F-4D97-AF65-F5344CB8AC3E}">
        <p14:creationId xmlns:p14="http://schemas.microsoft.com/office/powerpoint/2010/main" val="2537347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Актуальность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Актуальность проекта обоснована необходимостью упростить составления и просмотр расписания склада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0770577" y="6311900"/>
            <a:ext cx="583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 smtClean="0"/>
              <a:t>2/9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10399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Целевая аудитория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Работники склада</a:t>
            </a:r>
          </a:p>
          <a:p>
            <a:pPr marL="0" indent="0">
              <a:buNone/>
            </a:pPr>
            <a:r>
              <a:rPr lang="ru-RU" dirty="0" smtClean="0"/>
              <a:t>Менеджеры склада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0770577" y="6311900"/>
            <a:ext cx="583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/>
              <a:t>3</a:t>
            </a:r>
            <a:r>
              <a:rPr lang="ru-RU" dirty="0" smtClean="0"/>
              <a:t>/9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921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Цель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Требуется разработать веб-приложение для управления расписанием сотрудников склада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0770577" y="6311900"/>
            <a:ext cx="583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/>
              <a:t>4</a:t>
            </a:r>
            <a:r>
              <a:rPr lang="ru-RU" dirty="0" smtClean="0"/>
              <a:t>/9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22100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Задачи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Спроектировать и разработать базу данных</a:t>
            </a:r>
          </a:p>
          <a:p>
            <a:pPr marL="0" indent="0">
              <a:buNone/>
            </a:pPr>
            <a:r>
              <a:rPr lang="ru-RU" dirty="0" smtClean="0"/>
              <a:t>Спроектировать и разработать интерфейс приложения</a:t>
            </a:r>
          </a:p>
          <a:p>
            <a:pPr marL="0" indent="0">
              <a:buNone/>
            </a:pPr>
            <a:r>
              <a:rPr lang="ru-RU" dirty="0" smtClean="0"/>
              <a:t>Реализовать разделение ролей пользователей</a:t>
            </a:r>
          </a:p>
          <a:p>
            <a:pPr marL="0" indent="0">
              <a:buNone/>
            </a:pPr>
            <a:r>
              <a:rPr lang="ru-RU" dirty="0" smtClean="0"/>
              <a:t>Реализовать внутреннюю логику работы приложения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70577" y="6311900"/>
            <a:ext cx="583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/>
              <a:t>5</a:t>
            </a:r>
            <a:r>
              <a:rPr lang="ru-RU" dirty="0" smtClean="0"/>
              <a:t>/9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7672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Средства разработки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MySQL</a:t>
            </a:r>
            <a:r>
              <a:rPr lang="ru-RU" dirty="0" smtClean="0"/>
              <a:t> </a:t>
            </a:r>
            <a:r>
              <a:rPr lang="en-US" dirty="0" smtClean="0"/>
              <a:t>C# </a:t>
            </a:r>
            <a:r>
              <a:rPr lang="en-US" dirty="0" err="1" smtClean="0"/>
              <a:t>CloseXML</a:t>
            </a:r>
            <a:r>
              <a:rPr lang="en-US" dirty="0" smtClean="0"/>
              <a:t> Visual Studio 2022 MySQL Workbench Entity Framework Core</a:t>
            </a:r>
            <a:r>
              <a:rPr lang="ru-RU" dirty="0" smtClean="0"/>
              <a:t> </a:t>
            </a:r>
            <a:r>
              <a:rPr lang="en-US" smtClean="0"/>
              <a:t>ASP NET MVC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0770577" y="6311900"/>
            <a:ext cx="583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/>
              <a:t>6</a:t>
            </a:r>
            <a:r>
              <a:rPr lang="ru-RU" dirty="0" smtClean="0"/>
              <a:t>/9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1779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Архитектура системы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0770577" y="6311900"/>
            <a:ext cx="583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/>
              <a:t>7</a:t>
            </a:r>
            <a:r>
              <a:rPr lang="ru-RU" dirty="0" smtClean="0"/>
              <a:t>/9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7160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Преимущества разработанного ПО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Упрощение составления расписания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0770577" y="6311900"/>
            <a:ext cx="583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/>
              <a:t>8</a:t>
            </a:r>
            <a:r>
              <a:rPr lang="ru-RU" dirty="0" smtClean="0"/>
              <a:t>/9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3880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Заключение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Поставленная цель достигнута все компетенции закрыты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10770577" y="6311900"/>
            <a:ext cx="583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/>
              <a:t>9</a:t>
            </a:r>
            <a:r>
              <a:rPr lang="ru-RU" dirty="0" smtClean="0"/>
              <a:t>/9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10149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448408"/>
            <a:ext cx="9144000" cy="3061555"/>
          </a:xfrm>
        </p:spPr>
        <p:txBody>
          <a:bodyPr>
            <a:normAutofit/>
          </a:bodyPr>
          <a:lstStyle/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ВЫСШЕГО ОБРАЗОВАНИЯ «САНКТ-ПЕТЕРБУРГСКИЙ ГОСУДАРСТВЕННЫЙ УНИВЕРСИТЕТ ТЕЛЕКОММУНИКАЦИЙ ИМ. ПРОФ. М.А. БОНЧ-БРУЕВИЧА» (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СПбГУТ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АРХАНГЕЛЬСКИЙ КОЛЛЕДЖ ТЕЛЕКОММУНИКАЦИЙ ИМ. Б.Л. РОЗИНГА (ФИЛИАЛ)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СПбГУТ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(АКТ (ф)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СПбГУТ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Разработка подсистемы «</a:t>
            </a:r>
            <a:r>
              <a:rPr lang="ru-RU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Белозорие</a:t>
            </a:r>
            <a:r>
              <a:rPr lang="ru-RU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Расписание сотрудников склада»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0337" y="3602037"/>
            <a:ext cx="12019085" cy="3009777"/>
          </a:xfrm>
        </p:spPr>
        <p:txBody>
          <a:bodyPr>
            <a:normAutofit/>
          </a:bodyPr>
          <a:lstStyle/>
          <a:p>
            <a:pPr algn="l"/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группы ИСПП-21: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Мошников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Артём Вячеславович</a:t>
            </a:r>
          </a:p>
          <a:p>
            <a:pPr algn="l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Маломан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Юлия Сергеевна</a:t>
            </a:r>
          </a:p>
          <a:p>
            <a:pPr algn="l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Архангельск 2025</a:t>
            </a:r>
          </a:p>
        </p:txBody>
      </p:sp>
    </p:spTree>
    <p:extLst>
      <p:ext uri="{BB962C8B-B14F-4D97-AF65-F5344CB8AC3E}">
        <p14:creationId xmlns:p14="http://schemas.microsoft.com/office/powerpoint/2010/main" val="244811030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198</Words>
  <Application>Microsoft Office PowerPoint</Application>
  <PresentationFormat>Широкоэкранный</PresentationFormat>
  <Paragraphs>43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Тема Office</vt:lpstr>
      <vt:lpstr>ФЕДЕРАЛЬНОЕ ГОСУДАРСТВЕННОЕ БЮДЖЕТНОЕ ОБРАЗОВАТЕЛЬНОЕ УЧРЕЖДЕНИЕ ВЫСШЕГО ОБРАЗОВАНИЯ «САНКТ-ПЕТЕРБУРГСКИЙ ГОСУДАРСТВЕННЫЙ УНИВЕРСИТЕТ ТЕЛЕКОММУНИКАЦИЙ ИМ. ПРОФ. М.А. БОНЧ-БРУЕВИЧА» (СПбГУТ) АРХАНГЕЛЬСКИЙ КОЛЛЕДЖ ТЕЛЕКОММУНИКАЦИЙ ИМ. Б.Л. РОЗИНГА (ФИЛИАЛ) СПбГУТ (АКТ (ф) СПбГУТ)   Разработка подсистемы «Белозорие. Расписание сотрудников склада»</vt:lpstr>
      <vt:lpstr>Актуальность</vt:lpstr>
      <vt:lpstr>Целевая аудитория</vt:lpstr>
      <vt:lpstr>Цель</vt:lpstr>
      <vt:lpstr>Задачи</vt:lpstr>
      <vt:lpstr>Средства разработки</vt:lpstr>
      <vt:lpstr>Архитектура системы</vt:lpstr>
      <vt:lpstr>Преимущества разработанного ПО</vt:lpstr>
      <vt:lpstr>Заключение</vt:lpstr>
      <vt:lpstr>ФЕДЕРАЛЬНОЕ ГОСУДАРСТВЕННОЕ БЮДЖЕТНОЕ ОБРАЗОВАТЕЛЬНОЕ УЧРЕЖДЕНИЕ ВЫСШЕГО ОБРАЗОВАНИЯ «САНКТ-ПЕТЕРБУРГСКИЙ ГОСУДАРСТВЕННЫЙ УНИВЕРСИТЕТ ТЕЛЕКОММУНИКАЦИЙ ИМ. ПРОФ. М.А. БОНЧ-БРУЕВИЧА» (СПбГУТ) АРХАНГЕЛЬСКИЙ КОЛЛЕДЖ ТЕЛЕКОММУНИКАЦИЙ ИМ. Б.Л. РОЗИНГА (ФИЛИАЛ) СПбГУТ (АКТ (ф) СПбГУТ)   Разработка подсистемы «Белозорие. Расписание сотрудников склада»</vt:lpstr>
    </vt:vector>
  </TitlesOfParts>
  <Company>АКТ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ФЕДЕРАЛЬНОЕ ГОСУДАРСТВЕННОЕ БЮДЖЕТНОЕ ОБРАЗОВАТЕЛЬНОЕ УЧРЕЖДЕНИЕ ВЫСШЕГО ОБРАЗОВАНИЯ «САНКТ-ПЕТЕРБУРГСКИЙ ГОСУДАРСТВЕННЫЙ УНИВЕРСИТЕТ ТЕЛЕКОММУНИКАЦИЙ ИМ. ПРОФ. М.А. БОНЧ-БРУЕВИЧА» (СПбГУТ) АРХАНГЕЛЬСКИЙ КОЛЛЕДЖ ТЕЛЕКОММУНИКАЦИЙ ИМ. Б.Л. РОЗИНГА (ФИЛИАЛ) СПбГУТ (АКТ (ф) СПбГУТ)   Разработка подсистемы «Белозорие. Расписание сотрудников склада»</dc:title>
  <dc:creator>0109-13</dc:creator>
  <cp:lastModifiedBy>0109-13</cp:lastModifiedBy>
  <cp:revision>6</cp:revision>
  <dcterms:created xsi:type="dcterms:W3CDTF">2025-11-24T10:45:16Z</dcterms:created>
  <dcterms:modified xsi:type="dcterms:W3CDTF">2025-11-24T11:57:02Z</dcterms:modified>
</cp:coreProperties>
</file>