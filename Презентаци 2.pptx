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5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4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53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66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776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707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03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216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169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5108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38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031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56000">
              <a:schemeClr val="accent1">
                <a:lumMod val="45000"/>
                <a:lumOff val="55000"/>
              </a:schemeClr>
            </a:gs>
            <a:gs pos="7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330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448408"/>
            <a:ext cx="9144000" cy="3061555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АРХАНГЕЛЬСКИЙ КОЛЛЕДЖ ТЕЛЕКОММУНИКАЦИЙ ИМ. Б.Л. РОЗИНГА (ФИЛИАЛ)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(АКТ (ф)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подсистемы «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Белозорие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Расписание сотрудников склада»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337" y="3602037"/>
            <a:ext cx="12019085" cy="3009777"/>
          </a:xfrm>
        </p:spPr>
        <p:txBody>
          <a:bodyPr>
            <a:normAutofit/>
          </a:bodyPr>
          <a:lstStyle/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ИСПП-21: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Мошников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Артём Вячеславович</a:t>
            </a: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Маломан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Юлия Сергеевна</a:t>
            </a: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2537347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Актуальность проекта обоснована необходимостью упростить составления и просмотр расписания склада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1B58B-3181-4068-BD34-EA4CFC6C34F3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910399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Целевая аудитория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Работники склада</a:t>
            </a:r>
          </a:p>
          <a:p>
            <a:pPr marL="0" indent="0">
              <a:buNone/>
            </a:pPr>
            <a:r>
              <a:rPr lang="ru-RU" dirty="0"/>
              <a:t>Менеджеры склада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4993BF-8295-4185-AD25-68933ADF9016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331921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Требуется разработать веб-приложение для управления расписанием сотрудников склада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119AE-FAE1-45FE-AE17-57B269AF3B7A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232210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Спроектировать и разработать базу данных</a:t>
            </a:r>
          </a:p>
          <a:p>
            <a:pPr marL="0" indent="0">
              <a:buNone/>
            </a:pPr>
            <a:r>
              <a:rPr lang="ru-RU" dirty="0"/>
              <a:t>Спроектировать и разработать интерфейс приложения</a:t>
            </a:r>
          </a:p>
          <a:p>
            <a:pPr marL="0" indent="0">
              <a:buNone/>
            </a:pPr>
            <a:r>
              <a:rPr lang="ru-RU" dirty="0"/>
              <a:t>Реализовать разделение ролей пользователей</a:t>
            </a:r>
          </a:p>
          <a:p>
            <a:pPr marL="0" indent="0">
              <a:buNone/>
            </a:pPr>
            <a:r>
              <a:rPr lang="ru-RU" dirty="0"/>
              <a:t>Реализовать внутреннюю логику работы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97084-2496-4ED5-A808-EE7D0386D83C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341767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79451"/>
            <a:ext cx="10515600" cy="63590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Средства разработки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6/9</a:t>
            </a:r>
          </a:p>
        </p:txBody>
      </p:sp>
      <p:pic>
        <p:nvPicPr>
          <p:cNvPr id="6" name="Изображение 4" descr="Visual-Studio-logo">
            <a:extLst>
              <a:ext uri="{FF2B5EF4-FFF2-40B4-BE49-F238E27FC236}">
                <a16:creationId xmlns:a16="http://schemas.microsoft.com/office/drawing/2014/main" id="{EBFEE58C-7B5B-4FAF-9EE0-1691C6E50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4370" y="1385150"/>
            <a:ext cx="3296285" cy="1854200"/>
          </a:xfrm>
          <a:prstGeom prst="rect">
            <a:avLst/>
          </a:prstGeom>
        </p:spPr>
      </p:pic>
      <p:pic>
        <p:nvPicPr>
          <p:cNvPr id="7" name="Изображение 14" descr="773602">
            <a:extLst>
              <a:ext uri="{FF2B5EF4-FFF2-40B4-BE49-F238E27FC236}">
                <a16:creationId xmlns:a16="http://schemas.microsoft.com/office/drawing/2014/main" id="{B20E683F-C16D-4501-81FA-063C211B1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585" y="1385150"/>
            <a:ext cx="1724660" cy="1854200"/>
          </a:xfrm>
          <a:prstGeom prst="rect">
            <a:avLst/>
          </a:prstGeom>
        </p:spPr>
      </p:pic>
      <p:pic>
        <p:nvPicPr>
          <p:cNvPr id="8" name="Изображение 18" descr="mysqlworkbench_93532">
            <a:extLst>
              <a:ext uri="{FF2B5EF4-FFF2-40B4-BE49-F238E27FC236}">
                <a16:creationId xmlns:a16="http://schemas.microsoft.com/office/drawing/2014/main" id="{8E4B0DDB-BD9B-451E-82D1-7AEAB8E5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715" y="1464525"/>
            <a:ext cx="1854200" cy="1854200"/>
          </a:xfrm>
          <a:prstGeom prst="rect">
            <a:avLst/>
          </a:prstGeom>
        </p:spPr>
      </p:pic>
      <p:pic>
        <p:nvPicPr>
          <p:cNvPr id="9" name="Изображение 3">
            <a:extLst>
              <a:ext uri="{FF2B5EF4-FFF2-40B4-BE49-F238E27FC236}">
                <a16:creationId xmlns:a16="http://schemas.microsoft.com/office/drawing/2014/main" id="{3893455D-49AC-4285-9D67-A147B57D69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3655" y="1623275"/>
            <a:ext cx="1635760" cy="1854200"/>
          </a:xfrm>
          <a:prstGeom prst="rect">
            <a:avLst/>
          </a:prstGeom>
        </p:spPr>
      </p:pic>
      <p:pic>
        <p:nvPicPr>
          <p:cNvPr id="10" name="Изображение 6">
            <a:extLst>
              <a:ext uri="{FF2B5EF4-FFF2-40B4-BE49-F238E27FC236}">
                <a16:creationId xmlns:a16="http://schemas.microsoft.com/office/drawing/2014/main" id="{7A4FB3D7-4931-4B14-AAAB-3DF234282B0B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4018949" y="3734015"/>
            <a:ext cx="1483360" cy="1854200"/>
          </a:xfrm>
          <a:prstGeom prst="rect">
            <a:avLst/>
          </a:prstGeom>
        </p:spPr>
      </p:pic>
      <p:pic>
        <p:nvPicPr>
          <p:cNvPr id="11" name="Изображение 7">
            <a:extLst>
              <a:ext uri="{FF2B5EF4-FFF2-40B4-BE49-F238E27FC236}">
                <a16:creationId xmlns:a16="http://schemas.microsoft.com/office/drawing/2014/main" id="{3FFEC352-8BDD-45A3-B630-6F6A55B933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3173" y="3843770"/>
            <a:ext cx="144526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779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системы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A4A017-41F8-4A2F-9B6E-1A460BB61FA3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2307160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разработанного ПО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Упрощение составления расписания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838A1-8C5A-4A62-AE25-465AF7EFE7BE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3093880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Поставленная цель достигнута все компетенции закрыты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17ADC5-68C5-436B-8E37-8BEDE5DCAA2D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3710149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448408"/>
            <a:ext cx="9144000" cy="3061555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АРХАНГЕЛЬСКИЙ КОЛЛЕДЖ ТЕЛЕКОММУНИКАЦИЙ ИМ. Б.Л. РОЗИНГА (ФИЛИАЛ)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(АКТ (ф)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подсистемы «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Белозорие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Расписание сотрудников склада»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337" y="3602037"/>
            <a:ext cx="12019085" cy="3009777"/>
          </a:xfrm>
        </p:spPr>
        <p:txBody>
          <a:bodyPr>
            <a:normAutofit/>
          </a:bodyPr>
          <a:lstStyle/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ИСПП-21: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Мошников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Артём Вячеславович</a:t>
            </a: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Маломан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Юлия Сергеевна</a:t>
            </a: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24481103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213</Words>
  <Application>Microsoft Office PowerPoint</Application>
  <PresentationFormat>Широкоэкранный</PresentationFormat>
  <Paragraphs>42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 разработанного ПО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vt:lpstr>
    </vt:vector>
  </TitlesOfParts>
  <Company>АКТ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dc:title>
  <dc:creator>0109-13</dc:creator>
  <cp:lastModifiedBy>Артём</cp:lastModifiedBy>
  <cp:revision>9</cp:revision>
  <dcterms:created xsi:type="dcterms:W3CDTF">2025-11-24T10:45:16Z</dcterms:created>
  <dcterms:modified xsi:type="dcterms:W3CDTF">2025-12-09T23:28:29Z</dcterms:modified>
</cp:coreProperties>
</file>