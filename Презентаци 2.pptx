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57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9524-DB4C-487D-8D4D-DE65BDE5D72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E5472-0D1F-4BC2-9E91-AFB3EE166C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9494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9524-DB4C-487D-8D4D-DE65BDE5D72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E5472-0D1F-4BC2-9E91-AFB3EE166C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6153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9524-DB4C-487D-8D4D-DE65BDE5D72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E5472-0D1F-4BC2-9E91-AFB3EE166C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266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9524-DB4C-487D-8D4D-DE65BDE5D72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E5472-0D1F-4BC2-9E91-AFB3EE166C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9776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9524-DB4C-487D-8D4D-DE65BDE5D72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E5472-0D1F-4BC2-9E91-AFB3EE166C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57072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9524-DB4C-487D-8D4D-DE65BDE5D72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E5472-0D1F-4BC2-9E91-AFB3EE166C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49037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9524-DB4C-487D-8D4D-DE65BDE5D72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E5472-0D1F-4BC2-9E91-AFB3EE166C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216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9524-DB4C-487D-8D4D-DE65BDE5D72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E5472-0D1F-4BC2-9E91-AFB3EE166C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0169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9524-DB4C-487D-8D4D-DE65BDE5D72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E5472-0D1F-4BC2-9E91-AFB3EE166C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5108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9524-DB4C-487D-8D4D-DE65BDE5D72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E5472-0D1F-4BC2-9E91-AFB3EE166C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68383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19524-DB4C-487D-8D4D-DE65BDE5D72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E5472-0D1F-4BC2-9E91-AFB3EE166C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50313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56000">
              <a:schemeClr val="accent1">
                <a:lumMod val="45000"/>
                <a:lumOff val="55000"/>
              </a:schemeClr>
            </a:gs>
            <a:gs pos="7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A19524-DB4C-487D-8D4D-DE65BDE5D72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6E5472-0D1F-4BC2-9E91-AFB3EE166C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03304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448408"/>
            <a:ext cx="9144000" cy="3061555"/>
          </a:xfrm>
        </p:spPr>
        <p:txBody>
          <a:bodyPr>
            <a:norm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ВЫСШЕГО ОБРАЗОВАНИЯ «САНКТ-ПЕТЕРБУРГСКИЙ ГОСУДАРСТВЕННЫЙ УНИВЕРСИТЕТ ТЕЛЕКОММУНИКАЦИЙ ИМ. ПРОФ. М.А. БОНЧ-БРУЕВИЧА» (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СПбГУТ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АРХАНГЕЛЬСКИЙ КОЛЛЕДЖ ТЕЛЕКОММУНИКАЦИЙ ИМ. Б.Л. РОЗИНГА (ФИЛИАЛ)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СПбГУТ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(АКТ (ф)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СПбГУТ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Разработка подсистемы «</a:t>
            </a:r>
            <a:r>
              <a:rPr lang="ru-RU" sz="20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Белозорие</a:t>
            </a: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. Расписание сотрудников склада»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70337" y="3602037"/>
            <a:ext cx="12019085" cy="3009777"/>
          </a:xfrm>
        </p:spPr>
        <p:txBody>
          <a:bodyPr>
            <a:normAutofit/>
          </a:bodyPr>
          <a:lstStyle/>
          <a:p>
            <a:pPr algn="l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группы ИСПП-21: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Мошников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Артём Вячеславович</a:t>
            </a:r>
          </a:p>
          <a:p>
            <a:pPr algn="l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Маломан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Юлия Сергеевна</a:t>
            </a:r>
          </a:p>
          <a:p>
            <a:pPr algn="l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Архангельск 2025</a:t>
            </a:r>
          </a:p>
        </p:txBody>
      </p:sp>
    </p:spTree>
    <p:extLst>
      <p:ext uri="{BB962C8B-B14F-4D97-AF65-F5344CB8AC3E}">
        <p14:creationId xmlns:p14="http://schemas.microsoft.com/office/powerpoint/2010/main" val="25373478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Актуальность проекта обоснована необходимостью упростить составления и просмотр расписания склада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F1B58B-3181-4068-BD34-EA4CFC6C34F3}"/>
              </a:ext>
            </a:extLst>
          </p:cNvPr>
          <p:cNvSpPr txBox="1"/>
          <p:nvPr/>
        </p:nvSpPr>
        <p:spPr>
          <a:xfrm>
            <a:off x="11353800" y="6298472"/>
            <a:ext cx="664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2/9</a:t>
            </a:r>
          </a:p>
        </p:txBody>
      </p:sp>
    </p:spTree>
    <p:extLst>
      <p:ext uri="{BB962C8B-B14F-4D97-AF65-F5344CB8AC3E}">
        <p14:creationId xmlns:p14="http://schemas.microsoft.com/office/powerpoint/2010/main" val="910399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latin typeface="+mn-lt"/>
              </a:rPr>
              <a:t>Целевая аудитория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ru-RU" dirty="0" smtClean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 smtClean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 smtClean="0"/>
          </a:p>
          <a:p>
            <a:pPr marL="0" indent="0">
              <a:buNone/>
            </a:pPr>
            <a:r>
              <a:rPr lang="ru-RU" dirty="0" smtClean="0"/>
              <a:t>          Работники </a:t>
            </a:r>
            <a:r>
              <a:rPr lang="ru-RU" dirty="0" smtClean="0"/>
              <a:t>склада                                 Менеджеры </a:t>
            </a:r>
            <a:r>
              <a:rPr lang="ru-RU" dirty="0"/>
              <a:t>склада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4993BF-8295-4185-AD25-68933ADF9016}"/>
              </a:ext>
            </a:extLst>
          </p:cNvPr>
          <p:cNvSpPr txBox="1"/>
          <p:nvPr/>
        </p:nvSpPr>
        <p:spPr>
          <a:xfrm>
            <a:off x="11353800" y="6298472"/>
            <a:ext cx="664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3/9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7814" y="2442059"/>
            <a:ext cx="1831002" cy="183100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8605" y="2267143"/>
            <a:ext cx="2180833" cy="2180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921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latin typeface="+mn-lt"/>
              </a:rPr>
              <a:t>Цель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Требуется разработать веб-приложение для управления расписанием сотрудников склада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7119AE-FAE1-45FE-AE17-57B269AF3B7A}"/>
              </a:ext>
            </a:extLst>
          </p:cNvPr>
          <p:cNvSpPr txBox="1"/>
          <p:nvPr/>
        </p:nvSpPr>
        <p:spPr>
          <a:xfrm>
            <a:off x="11353800" y="6298472"/>
            <a:ext cx="664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4/9</a:t>
            </a:r>
          </a:p>
        </p:txBody>
      </p:sp>
    </p:spTree>
    <p:extLst>
      <p:ext uri="{BB962C8B-B14F-4D97-AF65-F5344CB8AC3E}">
        <p14:creationId xmlns:p14="http://schemas.microsoft.com/office/powerpoint/2010/main" val="23221007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321168" y="1825625"/>
            <a:ext cx="9032631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Спроектировать и разработать базу </a:t>
            </a:r>
            <a:r>
              <a:rPr lang="ru-RU" dirty="0" smtClean="0"/>
              <a:t>данных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Спроектировать и разработать интерфейс </a:t>
            </a:r>
            <a:r>
              <a:rPr lang="ru-RU" dirty="0" smtClean="0"/>
              <a:t>приложения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Реализовать разделение ролей </a:t>
            </a:r>
            <a:r>
              <a:rPr lang="ru-RU" dirty="0" smtClean="0"/>
              <a:t>пользователей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Реализовать внутреннюю логику работы приложения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397084-2496-4ED5-A808-EE7D0386D83C}"/>
              </a:ext>
            </a:extLst>
          </p:cNvPr>
          <p:cNvSpPr txBox="1"/>
          <p:nvPr/>
        </p:nvSpPr>
        <p:spPr>
          <a:xfrm>
            <a:off x="11353800" y="6298472"/>
            <a:ext cx="664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5/9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7531" y="1690688"/>
            <a:ext cx="911469" cy="911469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607" y="2602157"/>
            <a:ext cx="911469" cy="911469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607" y="3545559"/>
            <a:ext cx="911469" cy="91146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607" y="4594639"/>
            <a:ext cx="999393" cy="999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672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79451"/>
            <a:ext cx="10515600" cy="635902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>
                <a:latin typeface="+mn-lt"/>
              </a:rPr>
              <a:t>Средства разработки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3800" y="6298472"/>
            <a:ext cx="664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6/9</a:t>
            </a:r>
          </a:p>
        </p:txBody>
      </p:sp>
      <p:pic>
        <p:nvPicPr>
          <p:cNvPr id="6" name="Изображение 4" descr="Visual-Studio-logo">
            <a:extLst>
              <a:ext uri="{FF2B5EF4-FFF2-40B4-BE49-F238E27FC236}">
                <a16:creationId xmlns:a16="http://schemas.microsoft.com/office/drawing/2014/main" id="{EBFEE58C-7B5B-4FAF-9EE0-1691C6E50C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4370" y="1385150"/>
            <a:ext cx="3296285" cy="1854200"/>
          </a:xfrm>
          <a:prstGeom prst="rect">
            <a:avLst/>
          </a:prstGeom>
        </p:spPr>
      </p:pic>
      <p:pic>
        <p:nvPicPr>
          <p:cNvPr id="7" name="Изображение 14" descr="773602">
            <a:extLst>
              <a:ext uri="{FF2B5EF4-FFF2-40B4-BE49-F238E27FC236}">
                <a16:creationId xmlns:a16="http://schemas.microsoft.com/office/drawing/2014/main" id="{B20E683F-C16D-4501-81FA-063C211B1B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585" y="1385150"/>
            <a:ext cx="1724660" cy="1854200"/>
          </a:xfrm>
          <a:prstGeom prst="rect">
            <a:avLst/>
          </a:prstGeom>
        </p:spPr>
      </p:pic>
      <p:pic>
        <p:nvPicPr>
          <p:cNvPr id="8" name="Изображение 18" descr="mysqlworkbench_93532">
            <a:extLst>
              <a:ext uri="{FF2B5EF4-FFF2-40B4-BE49-F238E27FC236}">
                <a16:creationId xmlns:a16="http://schemas.microsoft.com/office/drawing/2014/main" id="{8E4B0DDB-BD9B-451E-82D1-7AEAB8E57B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715" y="1464525"/>
            <a:ext cx="1854200" cy="1854200"/>
          </a:xfrm>
          <a:prstGeom prst="rect">
            <a:avLst/>
          </a:prstGeom>
        </p:spPr>
      </p:pic>
      <p:pic>
        <p:nvPicPr>
          <p:cNvPr id="9" name="Изображение 3">
            <a:extLst>
              <a:ext uri="{FF2B5EF4-FFF2-40B4-BE49-F238E27FC236}">
                <a16:creationId xmlns:a16="http://schemas.microsoft.com/office/drawing/2014/main" id="{3893455D-49AC-4285-9D67-A147B57D69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3655" y="1623275"/>
            <a:ext cx="1635760" cy="1854200"/>
          </a:xfrm>
          <a:prstGeom prst="rect">
            <a:avLst/>
          </a:prstGeom>
        </p:spPr>
      </p:pic>
      <p:pic>
        <p:nvPicPr>
          <p:cNvPr id="10" name="Изображение 6">
            <a:extLst>
              <a:ext uri="{FF2B5EF4-FFF2-40B4-BE49-F238E27FC236}">
                <a16:creationId xmlns:a16="http://schemas.microsoft.com/office/drawing/2014/main" id="{7A4FB3D7-4931-4B14-AAAB-3DF234282B0B}"/>
              </a:ext>
            </a:extLst>
          </p:cNvPr>
          <p:cNvPicPr/>
          <p:nvPr/>
        </p:nvPicPr>
        <p:blipFill>
          <a:blip r:embed="rId6"/>
          <a:stretch>
            <a:fillRect/>
          </a:stretch>
        </p:blipFill>
        <p:spPr>
          <a:xfrm>
            <a:off x="3482618" y="3734015"/>
            <a:ext cx="1483360" cy="1854200"/>
          </a:xfrm>
          <a:prstGeom prst="rect">
            <a:avLst/>
          </a:prstGeom>
        </p:spPr>
      </p:pic>
      <p:pic>
        <p:nvPicPr>
          <p:cNvPr id="11" name="Изображение 7">
            <a:extLst>
              <a:ext uri="{FF2B5EF4-FFF2-40B4-BE49-F238E27FC236}">
                <a16:creationId xmlns:a16="http://schemas.microsoft.com/office/drawing/2014/main" id="{3FFEC352-8BDD-45A3-B630-6F6A55B933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82688" y="3843770"/>
            <a:ext cx="1445260" cy="185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7792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Архитектура системы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3338" y="2443042"/>
            <a:ext cx="2596662" cy="2596662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AA4A017-41F8-4A2F-9B6E-1A460BB61FA3}"/>
              </a:ext>
            </a:extLst>
          </p:cNvPr>
          <p:cNvSpPr txBox="1"/>
          <p:nvPr/>
        </p:nvSpPr>
        <p:spPr>
          <a:xfrm>
            <a:off x="11353800" y="6298472"/>
            <a:ext cx="664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7/9</a:t>
            </a:r>
          </a:p>
        </p:txBody>
      </p:sp>
    </p:spTree>
    <p:extLst>
      <p:ext uri="{BB962C8B-B14F-4D97-AF65-F5344CB8AC3E}">
        <p14:creationId xmlns:p14="http://schemas.microsoft.com/office/powerpoint/2010/main" val="23071609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Преимущества разработанного ПО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11215"/>
            <a:ext cx="3698631" cy="3077308"/>
          </a:xfrm>
        </p:spPr>
        <p:txBody>
          <a:bodyPr/>
          <a:lstStyle/>
          <a:p>
            <a:pPr marL="0" indent="0">
              <a:buNone/>
            </a:pPr>
            <a:endParaRPr lang="ru-RU" dirty="0" smtClean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 smtClean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 smtClean="0"/>
          </a:p>
          <a:p>
            <a:pPr marL="0" indent="0">
              <a:buNone/>
            </a:pPr>
            <a:r>
              <a:rPr lang="ru-RU" dirty="0" smtClean="0"/>
              <a:t>Оптимизация времени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9838A1-8C5A-4A62-AE25-465AF7EFE7BE}"/>
              </a:ext>
            </a:extLst>
          </p:cNvPr>
          <p:cNvSpPr txBox="1"/>
          <p:nvPr/>
        </p:nvSpPr>
        <p:spPr>
          <a:xfrm>
            <a:off x="11353800" y="6298472"/>
            <a:ext cx="664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8/9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4161" y="2170108"/>
            <a:ext cx="2010848" cy="2010848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1083" y="2168769"/>
            <a:ext cx="2010848" cy="20108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979384" y="4365303"/>
            <a:ext cx="25673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smtClean="0"/>
              <a:t>Расширяемость</a:t>
            </a:r>
            <a:endParaRPr lang="ru-RU" sz="2800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7477" y="2167645"/>
            <a:ext cx="2013438" cy="20134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54839" y="4365303"/>
            <a:ext cx="25587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smtClean="0"/>
              <a:t>Специализация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30938800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Заключение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Поставленная цель достигнута все </a:t>
            </a:r>
            <a:r>
              <a:rPr lang="ru-RU" dirty="0" smtClean="0"/>
              <a:t>задачи выполнены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17ADC5-68C5-436B-8E37-8BEDE5DCAA2D}"/>
              </a:ext>
            </a:extLst>
          </p:cNvPr>
          <p:cNvSpPr txBox="1"/>
          <p:nvPr/>
        </p:nvSpPr>
        <p:spPr>
          <a:xfrm>
            <a:off x="11353800" y="6298472"/>
            <a:ext cx="664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9/9</a:t>
            </a:r>
          </a:p>
        </p:txBody>
      </p:sp>
    </p:spTree>
    <p:extLst>
      <p:ext uri="{BB962C8B-B14F-4D97-AF65-F5344CB8AC3E}">
        <p14:creationId xmlns:p14="http://schemas.microsoft.com/office/powerpoint/2010/main" val="37101496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448408"/>
            <a:ext cx="9144000" cy="3061555"/>
          </a:xfrm>
        </p:spPr>
        <p:txBody>
          <a:bodyPr>
            <a:norm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ВЫСШЕГО ОБРАЗОВАНИЯ «САНКТ-ПЕТЕРБУРГСКИЙ ГОСУДАРСТВЕННЫЙ УНИВЕРСИТЕТ ТЕЛЕКОММУНИКАЦИЙ ИМ. ПРОФ. М.А. БОНЧ-БРУЕВИЧА» (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СПбГУТ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АРХАНГЕЛЬСКИЙ КОЛЛЕДЖ ТЕЛЕКОММУНИКАЦИЙ ИМ. Б.Л. РОЗИНГА (ФИЛИАЛ)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СПбГУТ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(АКТ (ф)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СПбГУТ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Разработка подсистемы «</a:t>
            </a:r>
            <a:r>
              <a:rPr lang="ru-RU" sz="20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Белозорие</a:t>
            </a: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. Расписание сотрудников склада»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70337" y="3602037"/>
            <a:ext cx="12019085" cy="3009777"/>
          </a:xfrm>
        </p:spPr>
        <p:txBody>
          <a:bodyPr>
            <a:normAutofit/>
          </a:bodyPr>
          <a:lstStyle/>
          <a:p>
            <a:pPr algn="l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группы ИСПП-21: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Мошников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Артём Вячеславович</a:t>
            </a:r>
          </a:p>
          <a:p>
            <a:pPr algn="l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Маломан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Юлия Сергеевна</a:t>
            </a:r>
          </a:p>
          <a:p>
            <a:pPr algn="l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Архангельск 2025</a:t>
            </a:r>
          </a:p>
        </p:txBody>
      </p:sp>
    </p:spTree>
    <p:extLst>
      <p:ext uri="{BB962C8B-B14F-4D97-AF65-F5344CB8AC3E}">
        <p14:creationId xmlns:p14="http://schemas.microsoft.com/office/powerpoint/2010/main" val="244811030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</TotalTime>
  <Words>185</Words>
  <Application>Microsoft Office PowerPoint</Application>
  <PresentationFormat>Широкоэкранный</PresentationFormat>
  <Paragraphs>56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Тема Office</vt:lpstr>
      <vt:lpstr>ФЕДЕРАЛЬНОЕ ГОСУДАРСТВЕННОЕ БЮДЖЕТНОЕ ОБРАЗОВАТЕЛЬНОЕ УЧРЕЖДЕНИЕ ВЫСШЕГО ОБРАЗОВАНИЯ «САНКТ-ПЕТЕРБУРГСКИЙ ГОСУДАРСТВЕННЫЙ УНИВЕРСИТЕТ ТЕЛЕКОММУНИКАЦИЙ ИМ. ПРОФ. М.А. БОНЧ-БРУЕВИЧА» (СПбГУТ) АРХАНГЕЛЬСКИЙ КОЛЛЕДЖ ТЕЛЕКОММУНИКАЦИЙ ИМ. Б.Л. РОЗИНГА (ФИЛИАЛ) СПбГУТ (АКТ (ф) СПбГУТ)   Разработка подсистемы «Белозорие. Расписание сотрудников склада»</vt:lpstr>
      <vt:lpstr>Актуальность</vt:lpstr>
      <vt:lpstr>Целевая аудитория</vt:lpstr>
      <vt:lpstr>Цель</vt:lpstr>
      <vt:lpstr>Задачи</vt:lpstr>
      <vt:lpstr>Средства разработки</vt:lpstr>
      <vt:lpstr>Архитектура системы</vt:lpstr>
      <vt:lpstr>Преимущества разработанного ПО</vt:lpstr>
      <vt:lpstr>Заключение</vt:lpstr>
      <vt:lpstr>ФЕДЕРАЛЬНОЕ ГОСУДАРСТВЕННОЕ БЮДЖЕТНОЕ ОБРАЗОВАТЕЛЬНОЕ УЧРЕЖДЕНИЕ ВЫСШЕГО ОБРАЗОВАНИЯ «САНКТ-ПЕТЕРБУРГСКИЙ ГОСУДАРСТВЕННЫЙ УНИВЕРСИТЕТ ТЕЛЕКОММУНИКАЦИЙ ИМ. ПРОФ. М.А. БОНЧ-БРУЕВИЧА» (СПбГУТ) АРХАНГЕЛЬСКИЙ КОЛЛЕДЖ ТЕЛЕКОММУНИКАЦИЙ ИМ. Б.Л. РОЗИНГА (ФИЛИАЛ) СПбГУТ (АКТ (ф) СПбГУТ)   Разработка подсистемы «Белозорие. Расписание сотрудников склада»</vt:lpstr>
    </vt:vector>
  </TitlesOfParts>
  <Company>АКТ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ФЕДЕРАЛЬНОЕ ГОСУДАРСТВЕННОЕ БЮДЖЕТНОЕ ОБРАЗОВАТЕЛЬНОЕ УЧРЕЖДЕНИЕ ВЫСШЕГО ОБРАЗОВАНИЯ «САНКТ-ПЕТЕРБУРГСКИЙ ГОСУДАРСТВЕННЫЙ УНИВЕРСИТЕТ ТЕЛЕКОММУНИКАЦИЙ ИМ. ПРОФ. М.А. БОНЧ-БРУЕВИЧА» (СПбГУТ) АРХАНГЕЛЬСКИЙ КОЛЛЕДЖ ТЕЛЕКОММУНИКАЦИЙ ИМ. Б.Л. РОЗИНГА (ФИЛИАЛ) СПбГУТ (АКТ (ф) СПбГУТ)   Разработка подсистемы «Белозорие. Расписание сотрудников склада»</dc:title>
  <dc:creator>0109-13</dc:creator>
  <cp:lastModifiedBy>0109-13</cp:lastModifiedBy>
  <cp:revision>16</cp:revision>
  <dcterms:created xsi:type="dcterms:W3CDTF">2025-11-24T10:45:16Z</dcterms:created>
  <dcterms:modified xsi:type="dcterms:W3CDTF">2025-12-10T08:22:05Z</dcterms:modified>
</cp:coreProperties>
</file>